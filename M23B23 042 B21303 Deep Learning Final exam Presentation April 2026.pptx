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9" autoAdjust="0"/>
    <p:restoredTop sz="94660"/>
  </p:normalViewPr>
  <p:slideViewPr>
    <p:cSldViewPr snapToGrid="0">
      <p:cViewPr varScale="1">
        <p:scale>
          <a:sx n="73" d="100"/>
          <a:sy n="73" d="100"/>
        </p:scale>
        <p:origin x="2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29FC-FEDA-8A0C-FB35-53843E809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A0622-5B86-C40B-1A1C-F699E4D7A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D43B3-8A0B-76A7-5F28-1490E38DF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90C5A-2E8C-5A6A-0EA0-FCEEC73D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54F8D-857B-5795-4A1C-038D90090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4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EA6B-834A-0DAB-D5A8-30EE359F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AA187-3439-A579-C4F5-A917764F5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4EAFB-DAA8-CED3-2DCB-81BAC7DCA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2F332-9C1F-C78B-400C-C9C6B8DB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EA200-DDFC-0C84-997F-7BDC6ED21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36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F244-70EF-5AF9-E619-A8ADD4773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81DE1-9807-52AB-15B5-C0A77F13E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50DD7-A1DF-A31F-1A14-A48F9484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4758D-9829-E703-89C4-7CE2E0E5F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E2E0B-8D4E-BA83-0639-F433AA06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96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8F83-F809-7E7F-D99B-ECFEEDC7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D13AA-DBB7-991F-480C-ADCFDDBD7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33EA6-B5F8-6BA5-EB69-E6F399499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24CEA-E659-C637-C9E1-95647FAF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746F7-E418-B13E-9A00-29ECE47F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7617D-AC73-2221-7175-6084E9C5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03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46AB-D4EA-D622-BC3C-0CED32978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51CFB-C32F-25F2-7B74-3BC37F942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2747B-C4B7-BAA3-60FE-EE09FCA61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FB01A-FF87-C569-5979-56402BE1D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14546-C3F8-10F2-0BDD-90C2DA5DE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B1DC7E-5A46-A9F7-8BD5-475B1206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6683F-FAB3-42B2-989A-03E30FE8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49CD4-47E7-78F2-53DA-C3191986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9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E8CE-9779-A3C7-09D4-3722ACC6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BA7E4-97EB-F860-09E6-0FDAA805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30BD9-595C-1FA7-92A8-840AB31A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9CCAD-098F-EC76-8557-7067A1B5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17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E137-AF15-4800-2677-0241327B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55C2E0-D228-28C0-753B-41BBC423F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5C4E3-367F-DDF1-01CC-8F4938E2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B98F-A7E4-E24B-5A87-A33784FA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B9C19-B482-C138-F34B-899A2029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CB038-F7F9-0023-5B5A-16F8C6492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CAFC9-1398-0B56-1F7F-CA436175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2326E-C63D-029E-23FE-A3ECF593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2AA82-D3CB-EDF5-B324-01ED5007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5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773F-D4C0-97DE-3E2C-083B8EFDF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D63A9-A4D3-A46B-1DF6-ECA2F96E4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0062D-D3F9-2BD5-1CC9-BA2BAD040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9055D-09EC-84DC-B471-026FC062B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D36D7-56BE-E5AA-591A-8F468B5F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25F5A-F150-013B-1C61-7DE69D28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7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8F49-DBDD-62E5-8D0D-A802C1D1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699C4-DDC7-C76E-0453-0896BBBCB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78F43-1909-3582-BB47-A3A820B8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EB00E-6EF2-4AE6-F140-9500CD97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88810-EE10-F42F-D094-EBC9F18C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48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4813E-3B5B-EAA2-E9CB-005DBFB35F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AB2CA-0A1B-49B6-9CCB-EA361A7F4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3ABB5-06D5-BD4F-1B06-6E3877A7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6F044-FAD5-B54E-1058-9897643E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EDE80-48CB-504C-5E73-7C4BD2E1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90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6C5BDB-5561-2436-786E-AC73A1810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DFBEC-4372-E1B5-6847-EECCE35A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F7017-E1EE-870F-B44D-3E75CCEA8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DDDB7-2A74-4985-88BA-962F9D0A2D9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AFDB3-73BE-7362-BE3B-8A7E0351E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2F264-75AE-9221-FA26-800FF8CA1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1BF43-CE61-404E-8FC3-866E602A8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0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E8666-8549-8B7B-E7BC-D0B47157C3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CIFAR-10 Image Classification using CNN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EDDB5-19D7-A4CB-6322-AD97803C79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/>
              <a:t>Course: CSC3218 Deep Learning</a:t>
            </a:r>
            <a:br>
              <a:rPr lang="en-US" b="1" dirty="0"/>
            </a:br>
            <a:r>
              <a:rPr lang="en-US" b="1" dirty="0"/>
              <a:t>Name: Wangolo Bachawa</a:t>
            </a:r>
            <a:br>
              <a:rPr lang="en-US" b="1" dirty="0"/>
            </a:br>
            <a:r>
              <a:rPr lang="en-US" b="1" dirty="0"/>
              <a:t>Reg No: M23B23/042</a:t>
            </a:r>
            <a:br>
              <a:rPr lang="en-US" b="1" dirty="0"/>
            </a:br>
            <a:r>
              <a:rPr lang="en-US" b="1" dirty="0"/>
              <a:t>Date: April 2026</a:t>
            </a:r>
          </a:p>
        </p:txBody>
      </p:sp>
    </p:spTree>
    <p:extLst>
      <p:ext uri="{BB962C8B-B14F-4D97-AF65-F5344CB8AC3E}">
        <p14:creationId xmlns:p14="http://schemas.microsoft.com/office/powerpoint/2010/main" val="601678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A8FE-2B97-B234-990E-C0F20C02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C6C19-A36A-ED9A-C80E-2CBA13DD7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Problem:  Image Classification</a:t>
            </a:r>
            <a:br>
              <a:rPr lang="en-US" dirty="0"/>
            </a:br>
            <a:r>
              <a:rPr lang="en-US" dirty="0"/>
              <a:t>Goal:  Automatically classify images into 10 categories</a:t>
            </a:r>
            <a:br>
              <a:rPr lang="en-US" dirty="0"/>
            </a:br>
            <a:r>
              <a:rPr lang="en-US" dirty="0"/>
              <a:t>Example classes:  airplane, car, bird, cat, deer, dog, frog, horse, ship, truck</a:t>
            </a:r>
            <a:br>
              <a:rPr lang="en-US" dirty="0"/>
            </a:br>
            <a:r>
              <a:rPr lang="en-US" dirty="0"/>
              <a:t>Challenge:  Images are small (32×32) and complex</a:t>
            </a:r>
          </a:p>
        </p:txBody>
      </p:sp>
    </p:spTree>
    <p:extLst>
      <p:ext uri="{BB962C8B-B14F-4D97-AF65-F5344CB8AC3E}">
        <p14:creationId xmlns:p14="http://schemas.microsoft.com/office/powerpoint/2010/main" val="226603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CF28-7B4F-35CF-E8D4-289E73D7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309B5-CF21-A6B2-C117-CEBEE3D1C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Dataset: CIFAR-10</a:t>
            </a:r>
          </a:p>
          <a:p>
            <a:r>
              <a:rPr lang="en-US" dirty="0"/>
              <a:t>60,000 images </a:t>
            </a:r>
          </a:p>
          <a:p>
            <a:r>
              <a:rPr lang="en-US" dirty="0"/>
              <a:t>10 classes </a:t>
            </a:r>
          </a:p>
          <a:p>
            <a:r>
              <a:rPr lang="en-US" dirty="0"/>
              <a:t>32×32 color images </a:t>
            </a:r>
          </a:p>
          <a:p>
            <a:r>
              <a:rPr lang="en-US" dirty="0"/>
              <a:t>Balanced dataset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2F9E3-2249-F71E-C8DA-E07600E12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176" y="1825626"/>
            <a:ext cx="5626355" cy="238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10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028E-689F-50C9-3C16-99ECBB2A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Data Preparation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92015-737D-2322-4813-E19AF1C4C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Preparation Steps:</a:t>
            </a:r>
          </a:p>
          <a:p>
            <a:r>
              <a:rPr lang="en-US" dirty="0"/>
              <a:t>Normalization (scale pixel values) – </a:t>
            </a:r>
            <a:r>
              <a:rPr lang="en-US" sz="2400" dirty="0"/>
              <a:t>the model to learn faster</a:t>
            </a:r>
          </a:p>
          <a:p>
            <a:r>
              <a:rPr lang="en-US" dirty="0"/>
              <a:t>Train/Validation/Test split (80/10/10) </a:t>
            </a:r>
          </a:p>
          <a:p>
            <a:r>
              <a:rPr lang="en-US" dirty="0"/>
              <a:t>Data augmentation:  - </a:t>
            </a:r>
            <a:r>
              <a:rPr lang="en-US" sz="2400" dirty="0"/>
              <a:t>to increase dataset diversity and reduce overfitting</a:t>
            </a:r>
            <a:br>
              <a:rPr lang="en-US" dirty="0"/>
            </a:br>
            <a:r>
              <a:rPr lang="en-US" dirty="0"/>
              <a:t>• Random crop</a:t>
            </a:r>
            <a:br>
              <a:rPr lang="en-US" dirty="0"/>
            </a:br>
            <a:r>
              <a:rPr lang="en-US" dirty="0"/>
              <a:t>• Horizontal flip</a:t>
            </a:r>
            <a:br>
              <a:rPr lang="en-US" dirty="0"/>
            </a:br>
            <a:r>
              <a:rPr lang="en-US" dirty="0"/>
              <a:t>• Rotation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8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4382-363A-6881-8A0E-6C97C44A4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Model Architecture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E5D7B-F4BD-C4AE-E07D-F05BAFE6F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CNN Architecture:</a:t>
            </a:r>
            <a:br>
              <a:rPr lang="en-US" dirty="0"/>
            </a:br>
            <a:r>
              <a:rPr lang="en-US" dirty="0"/>
              <a:t>Conv → BatchNorm → ReLU → Pool → Dropout</a:t>
            </a:r>
            <a:br>
              <a:rPr lang="en-US" dirty="0"/>
            </a:br>
            <a:r>
              <a:rPr lang="en-US" dirty="0"/>
              <a:t>Repeated multiple times</a:t>
            </a:r>
            <a:br>
              <a:rPr lang="en-US" dirty="0"/>
            </a:br>
            <a:r>
              <a:rPr lang="en-US" dirty="0"/>
              <a:t>Global Average Pooling</a:t>
            </a:r>
            <a:br>
              <a:rPr lang="en-US" dirty="0"/>
            </a:br>
            <a:r>
              <a:rPr lang="en-US" dirty="0"/>
              <a:t>Fully Connected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F3B6C-6769-17C6-1AC9-457ACE54F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211" y="3324497"/>
            <a:ext cx="7367452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6E4885-CADC-1AA2-D88B-27E80F85B78B}"/>
              </a:ext>
            </a:extLst>
          </p:cNvPr>
          <p:cNvSpPr txBox="1"/>
          <p:nvPr/>
        </p:nvSpPr>
        <p:spPr>
          <a:xfrm>
            <a:off x="10877006" y="5808617"/>
            <a:ext cx="1314994" cy="38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 classes</a:t>
            </a:r>
          </a:p>
        </p:txBody>
      </p:sp>
    </p:spTree>
    <p:extLst>
      <p:ext uri="{BB962C8B-B14F-4D97-AF65-F5344CB8AC3E}">
        <p14:creationId xmlns:p14="http://schemas.microsoft.com/office/powerpoint/2010/main" val="3537905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95FD-A3B1-9AD4-A2FD-46C19821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Training Setup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629F3-A70D-ADFE-C05C-EDD807534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Training Setup:</a:t>
            </a:r>
          </a:p>
          <a:p>
            <a:r>
              <a:rPr lang="en-US" dirty="0"/>
              <a:t>Framework: PyTorch </a:t>
            </a:r>
          </a:p>
          <a:p>
            <a:r>
              <a:rPr lang="en-US" dirty="0"/>
              <a:t>Optimizer: AdamW </a:t>
            </a:r>
          </a:p>
          <a:p>
            <a:r>
              <a:rPr lang="en-US" dirty="0"/>
              <a:t>Learning rate: 0.003 </a:t>
            </a:r>
          </a:p>
          <a:p>
            <a:r>
              <a:rPr lang="en-US" dirty="0"/>
              <a:t>Batch size: 64/128 </a:t>
            </a:r>
          </a:p>
          <a:p>
            <a:r>
              <a:rPr lang="en-US" dirty="0"/>
              <a:t>Epochs: 25 </a:t>
            </a:r>
          </a:p>
          <a:p>
            <a:r>
              <a:rPr lang="en-US" dirty="0"/>
              <a:t>Loss: </a:t>
            </a:r>
            <a:r>
              <a:rPr lang="en-US" dirty="0" err="1"/>
              <a:t>CrossEntropy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04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963A-24EA-49E8-CABE-767EE8AD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Results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2579-395D-14A7-C950-A589A1323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Results:</a:t>
            </a:r>
          </a:p>
          <a:p>
            <a:r>
              <a:rPr lang="en-US" dirty="0"/>
              <a:t>Training accuracy: (0.8974) </a:t>
            </a:r>
          </a:p>
          <a:p>
            <a:r>
              <a:rPr lang="en-US" dirty="0"/>
              <a:t>Validation accuracy: (0.8686) </a:t>
            </a:r>
          </a:p>
          <a:p>
            <a:r>
              <a:rPr lang="en-US" dirty="0"/>
              <a:t>Test accuracy: (0.8588) </a:t>
            </a:r>
          </a:p>
          <a:p>
            <a:r>
              <a:rPr lang="en-US" dirty="0"/>
              <a:t>Loss &amp; Accuracy curves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B6F11-50DF-951C-F808-A53AF13E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68" y="4299031"/>
            <a:ext cx="6653350" cy="24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13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943E-1DC7-05F8-F7B8-DF641C06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Evaluation Results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012AD-F0E1-EC64-290D-CAEC1114B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Evaluation Metrics:</a:t>
            </a:r>
          </a:p>
          <a:p>
            <a:r>
              <a:rPr lang="en-US" dirty="0"/>
              <a:t>Accuracy - </a:t>
            </a:r>
            <a:r>
              <a:rPr lang="en-US" sz="2400" dirty="0"/>
              <a:t>shows the overall correctness</a:t>
            </a:r>
          </a:p>
          <a:p>
            <a:r>
              <a:rPr lang="en-US" dirty="0"/>
              <a:t>Precision </a:t>
            </a:r>
            <a:r>
              <a:rPr lang="en-US" sz="2400" dirty="0"/>
              <a:t>- give deeper insight into classification performances</a:t>
            </a:r>
          </a:p>
          <a:p>
            <a:r>
              <a:rPr lang="en-US" dirty="0"/>
              <a:t>Recall </a:t>
            </a:r>
            <a:r>
              <a:rPr lang="en-US" sz="2400" dirty="0"/>
              <a:t>- also give deeper insight into classification performances</a:t>
            </a:r>
          </a:p>
          <a:p>
            <a:r>
              <a:rPr lang="en-US" dirty="0"/>
              <a:t>F1-score </a:t>
            </a:r>
            <a:r>
              <a:rPr lang="en-US" sz="2400" dirty="0"/>
              <a:t>- acts as the bridge that connects them, for a balanced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44C05D-ADD0-B090-55DB-355E1A17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611" y="4441370"/>
            <a:ext cx="4127863" cy="241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2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CB4B-99F6-58E7-FCF3-B39D242F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Analysis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52C2-5B9E-240F-5A2D-081975C64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Analysis:</a:t>
            </a:r>
          </a:p>
          <a:p>
            <a:r>
              <a:rPr lang="en-US" dirty="0"/>
              <a:t>Model learned general features </a:t>
            </a:r>
          </a:p>
          <a:p>
            <a:r>
              <a:rPr lang="en-US" dirty="0"/>
              <a:t>Some classes are confused (e.g., cat vs dog) </a:t>
            </a:r>
          </a:p>
          <a:p>
            <a:r>
              <a:rPr lang="en-US" dirty="0"/>
              <a:t>Possible issues:</a:t>
            </a:r>
            <a:br>
              <a:rPr lang="en-US" dirty="0"/>
            </a:br>
            <a:r>
              <a:rPr lang="en-US" sz="2400" dirty="0"/>
              <a:t>• Small image size</a:t>
            </a:r>
            <a:br>
              <a:rPr lang="en-US" sz="2400" dirty="0"/>
            </a:br>
            <a:r>
              <a:rPr lang="en-US" sz="2400" dirty="0"/>
              <a:t>• Similar classes</a:t>
            </a:r>
            <a:br>
              <a:rPr lang="en-US" sz="2400" dirty="0"/>
            </a:br>
            <a:r>
              <a:rPr lang="en-US" sz="2400" dirty="0"/>
              <a:t>• Limited training time</a:t>
            </a:r>
          </a:p>
        </p:txBody>
      </p:sp>
    </p:spTree>
    <p:extLst>
      <p:ext uri="{BB962C8B-B14F-4D97-AF65-F5344CB8AC3E}">
        <p14:creationId xmlns:p14="http://schemas.microsoft.com/office/powerpoint/2010/main" val="3029329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00D00-52F2-F9D3-0E1B-175B4316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Conclusion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E2B24-C3CD-B1E5-0985-2F9A5D014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Conclusion:</a:t>
            </a:r>
          </a:p>
          <a:p>
            <a:r>
              <a:rPr lang="en-US" dirty="0"/>
              <a:t>CNN successfully learned image features </a:t>
            </a:r>
          </a:p>
          <a:p>
            <a:r>
              <a:rPr lang="en-US" dirty="0"/>
              <a:t>Performance depends on tuning and data quality </a:t>
            </a:r>
          </a:p>
          <a:p>
            <a:r>
              <a:rPr lang="en-US" dirty="0"/>
              <a:t>Deep learning is effective for image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92831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317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CIFAR-10 Image Classification using CNN </vt:lpstr>
      <vt:lpstr>Problem Statement</vt:lpstr>
      <vt:lpstr>Dataset</vt:lpstr>
      <vt:lpstr>Data Preparation</vt:lpstr>
      <vt:lpstr>Model Architecture</vt:lpstr>
      <vt:lpstr>Training Setup</vt:lpstr>
      <vt:lpstr>Results</vt:lpstr>
      <vt:lpstr>Evaluation Results</vt:lpstr>
      <vt:lpstr>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WANGOLO BACHAWA</dc:creator>
  <cp:lastModifiedBy>WANGOLO BACHAWA</cp:lastModifiedBy>
  <cp:revision>59</cp:revision>
  <dcterms:created xsi:type="dcterms:W3CDTF">2026-04-13T05:42:16Z</dcterms:created>
  <dcterms:modified xsi:type="dcterms:W3CDTF">2026-04-15T02:45:59Z</dcterms:modified>
</cp:coreProperties>
</file>